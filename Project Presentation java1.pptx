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6F549C3-E12B-4CC2-9FA1-D4C0643B7241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D11AEB-3460-0641-1236-682C87FDA4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6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99AD8-144F-8806-081A-FB10F648E3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8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F02698-5997-E300-49FF-AF54DD27B7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3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A4904-3A33-B708-B819-C5A40F4BF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1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7A88FD-2622-0FF0-5B3A-3F6C6FC6E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2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8486CF-4950-D978-FC4F-E98CF51D93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43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E456E-901F-134D-9CC1-E789C3B72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81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E50267-9D67-C7E8-90EF-E33F47DFB4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60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9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4BF4-0D93-4F1E-82BB-778F1EDDD45F}" type="datetime1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1795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4BF4-0D93-4F1E-82BB-778F1EDDD45F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417013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4BF4-0D93-4F1E-82BB-778F1EDDD45F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021138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4BF4-0D93-4F1E-82BB-778F1EDDD45F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555662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4BF4-0D93-4F1E-82BB-778F1EDDD45F}" type="datetime1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69992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F4BF4-0D93-4F1E-82BB-778F1EDDD45F}" type="datetime1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106855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B848764-2CC6-431B-B501-1DF197EE73CC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0ED4F7-6D91-87B3-246E-3553F93752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77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C5EEFFA-3959-41FE-A774-B9B27FD8983C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85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30F4BF4-0D93-4F1E-82BB-778F1EDDD45F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4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5588"/>
            <a:ext cx="9144000" cy="3130379"/>
          </a:xfrm>
        </p:spPr>
        <p:txBody>
          <a:bodyPr>
            <a:normAutofit fontScale="90000"/>
          </a:bodyPr>
          <a:lstStyle/>
          <a:p>
            <a:r>
              <a:rPr lang="en-IN" dirty="0"/>
              <a:t>Title of the Project : University Attendance Tracker and Grading System</a:t>
            </a:r>
            <a:br>
              <a:rPr lang="en-IN" dirty="0"/>
            </a:br>
            <a:r>
              <a:rPr lang="en-IN" dirty="0">
                <a:solidFill>
                  <a:schemeClr val="accent1"/>
                </a:solidFill>
              </a:rPr>
              <a:t>Team Number : 12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333103"/>
            <a:ext cx="8825658" cy="1569309"/>
          </a:xfrm>
        </p:spPr>
        <p:txBody>
          <a:bodyPr/>
          <a:lstStyle/>
          <a:p>
            <a:r>
              <a:rPr lang="en-IN" dirty="0"/>
              <a:t>Group members:</a:t>
            </a:r>
          </a:p>
          <a:p>
            <a:r>
              <a:rPr lang="en-IN" sz="2000" dirty="0" err="1"/>
              <a:t>M.Sai</a:t>
            </a:r>
            <a:r>
              <a:rPr lang="en-IN" sz="2000" dirty="0"/>
              <a:t> Saranya – 2620030228</a:t>
            </a:r>
          </a:p>
          <a:p>
            <a:r>
              <a:rPr lang="en-IN" sz="2000" dirty="0" err="1"/>
              <a:t>K.Raghuveera</a:t>
            </a:r>
            <a:r>
              <a:rPr lang="en-IN" sz="2000" dirty="0"/>
              <a:t> Reddy - 2620030467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22-09-2026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97" y="2397211"/>
            <a:ext cx="10625154" cy="4299426"/>
          </a:xfrm>
        </p:spPr>
        <p:txBody>
          <a:bodyPr/>
          <a:lstStyle/>
          <a:p>
            <a:pPr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The University Attendance Tracker and Grading System is a software based system designed to simplify and manage student  attendance and academic performance.</a:t>
            </a:r>
          </a:p>
          <a:p>
            <a:pPr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The system allows faculty members to record and update student attendance digitally, reducing the manual work and errors.</a:t>
            </a:r>
          </a:p>
          <a:p>
            <a:pPr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It can calculate attendance percentages automatically and maintain student attendance records in an organized manner.</a:t>
            </a:r>
          </a:p>
          <a:p>
            <a:pPr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Students can view their attendance </a:t>
            </a:r>
            <a:r>
              <a:rPr lang="en-US" dirty="0" err="1">
                <a:solidFill>
                  <a:schemeClr val="accent2"/>
                </a:solidFill>
              </a:rPr>
              <a:t>percentage,grades</a:t>
            </a:r>
            <a:r>
              <a:rPr lang="en-US" dirty="0">
                <a:solidFill>
                  <a:schemeClr val="accent2"/>
                </a:solidFill>
              </a:rPr>
              <a:t> and marks helping them monitor their academic progress.</a:t>
            </a:r>
          </a:p>
          <a:p>
            <a:pPr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The system can generate reports for faculty making academic report management faster and more efficient.</a:t>
            </a:r>
          </a:p>
          <a:p>
            <a:pPr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Overall, the system provides a user friendly solution for managing attendance and grading, improving accuracy , reducing paperwork, and supporting better academic monitoring.</a:t>
            </a:r>
          </a:p>
          <a:p>
            <a:pPr marL="0" indent="0">
              <a:buNone/>
            </a:pP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98" y="2257168"/>
            <a:ext cx="10556308" cy="46008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In universities, managing student attendance and academic grades can be difficult when records are maintained manually.</a:t>
            </a:r>
          </a:p>
          <a:p>
            <a:r>
              <a:rPr lang="en-US" dirty="0">
                <a:solidFill>
                  <a:srgbClr val="00B0F0"/>
                </a:solidFill>
              </a:rPr>
              <a:t>Faculty members spend a lot of time recording attendance, calculating attendance percentages, entering marks and assigning grades.</a:t>
            </a:r>
          </a:p>
          <a:p>
            <a:r>
              <a:rPr lang="en-US" dirty="0">
                <a:solidFill>
                  <a:srgbClr val="00B0F0"/>
                </a:solidFill>
              </a:rPr>
              <a:t>Manual record keeping can also lead to calculation errors, missing records, and difficulty in finding student information.</a:t>
            </a:r>
          </a:p>
          <a:p>
            <a:r>
              <a:rPr lang="en-US" dirty="0">
                <a:solidFill>
                  <a:srgbClr val="00B0F0"/>
                </a:solidFill>
              </a:rPr>
              <a:t>Students may find it difficult to know their current attendance percentage and academic performance.</a:t>
            </a:r>
          </a:p>
          <a:p>
            <a:r>
              <a:rPr lang="en-US" dirty="0">
                <a:solidFill>
                  <a:srgbClr val="00B0F0"/>
                </a:solidFill>
              </a:rPr>
              <a:t>There is a need for a simple system that brings attendance, marks and grades together at one place.</a:t>
            </a:r>
          </a:p>
          <a:p>
            <a:r>
              <a:rPr lang="en-US" dirty="0">
                <a:solidFill>
                  <a:srgbClr val="00B0F0"/>
                </a:solidFill>
              </a:rPr>
              <a:t>The University Attendance Tracker and Grading System is proposed to solve all these issues by providing a digitalized platform.</a:t>
            </a:r>
          </a:p>
          <a:p>
            <a:r>
              <a:rPr lang="en-US" dirty="0">
                <a:solidFill>
                  <a:srgbClr val="00B0F0"/>
                </a:solidFill>
              </a:rPr>
              <a:t>It helps faculty manage attendance percentages and grades efficiently allowing students to monitor their academic progress.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types :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int , char, Boolean , String</a:t>
            </a:r>
            <a:endParaRPr lang="en-US" dirty="0"/>
          </a:p>
          <a:p>
            <a:r>
              <a:rPr lang="en-US" dirty="0"/>
              <a:t>Variables 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Student Id, attendance count, marks , percentage</a:t>
            </a:r>
            <a:endParaRPr lang="en-US" dirty="0"/>
          </a:p>
          <a:p>
            <a:r>
              <a:rPr lang="en-US" dirty="0"/>
              <a:t>Constants 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minimum attendance requirement ex:85%</a:t>
            </a:r>
            <a:endParaRPr lang="en-US" dirty="0"/>
          </a:p>
          <a:p>
            <a:r>
              <a:rPr lang="en-US" dirty="0"/>
              <a:t>Operators 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Arithmetic, logical, relational and assignment operators</a:t>
            </a:r>
          </a:p>
          <a:p>
            <a:r>
              <a:rPr lang="en-IN" dirty="0"/>
              <a:t> Type casting: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Converting counts to double for percentage.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</a:t>
            </a:r>
          </a:p>
          <a:p>
            <a:r>
              <a:rPr lang="en-US" dirty="0"/>
              <a:t>If else</a:t>
            </a:r>
          </a:p>
          <a:p>
            <a:r>
              <a:rPr lang="en-US" dirty="0"/>
              <a:t>Else if ladder</a:t>
            </a:r>
          </a:p>
          <a:p>
            <a:r>
              <a:rPr lang="en-US" dirty="0"/>
              <a:t>Switch statement</a:t>
            </a:r>
          </a:p>
          <a:p>
            <a:r>
              <a:rPr lang="en-US" dirty="0"/>
              <a:t>Loops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  <a:p>
            <a:r>
              <a:rPr lang="en-US" dirty="0"/>
              <a:t>Parameters or return values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Array searching and counting </a:t>
            </a:r>
          </a:p>
          <a:p>
            <a:r>
              <a:rPr lang="en-US" dirty="0"/>
              <a:t>Average and total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730" y="2405449"/>
            <a:ext cx="9638270" cy="4291188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73CA5-5A3D-DC2F-0FEC-014600541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339546"/>
            <a:ext cx="9144000" cy="435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84</TotalTime>
  <Words>387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Century Gothic</vt:lpstr>
      <vt:lpstr>Wingdings 3</vt:lpstr>
      <vt:lpstr>Ion Boardroom</vt:lpstr>
      <vt:lpstr>Title of the Project : University Attendance Tracker and Grading System Team Number : 12 </vt:lpstr>
      <vt:lpstr>Abstract</vt:lpstr>
      <vt:lpstr>Understanding Problem Statement</vt:lpstr>
      <vt:lpstr>CO 1 Topics</vt:lpstr>
      <vt:lpstr>Co 2 TOPICS</vt:lpstr>
      <vt:lpstr>CO 3 Topics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Ganesh Manchikanti</cp:lastModifiedBy>
  <cp:revision>4</cp:revision>
  <dcterms:created xsi:type="dcterms:W3CDTF">2026-09-15T09:57:10Z</dcterms:created>
  <dcterms:modified xsi:type="dcterms:W3CDTF">2026-09-22T05:09:29Z</dcterms:modified>
</cp:coreProperties>
</file>